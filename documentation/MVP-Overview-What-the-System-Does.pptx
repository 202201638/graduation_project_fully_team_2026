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4630400" cy="8229600"/>
  <p:notesSz cx="8229600" cy="14630400"/>
  <p:embeddedFontLst>
    <p:embeddedFont>
      <p:font typeface="Inter"/>
      <p:regular r:id="rId9"/>
    </p:embeddedFont>
    <p:embeddedFont>
      <p:font typeface="Inter"/>
      <p:regular r:id="rId10"/>
    </p:embeddedFont>
    <p:embeddedFont>
      <p:font typeface="Inter"/>
      <p:regular r:id="rId11"/>
    </p:embeddedFont>
    <p:embeddedFont>
      <p:font typeface="Inter"/>
      <p:regular r:id="rId12"/>
    </p:embeddedFont>
    <p:embeddedFont>
      <p:font typeface="Manrope"/>
      <p:regular r:id="rId1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4487" y="1795701"/>
            <a:ext cx="5810250" cy="376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MVP Overview — What the System Does</a:t>
            </a:r>
            <a:endParaRPr lang="en-US" sz="2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4487" y="2364105"/>
            <a:ext cx="767834" cy="9597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3642" y="2364105"/>
            <a:ext cx="1734026" cy="188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Upload &amp; Preview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3423642" y="2625447"/>
            <a:ext cx="1788795" cy="1394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Users can upload DICOM or PNG chest X‑rays. The UI performs client-side validation, shows a preview thumbnail, displays image metadata (study date, modality, patient ID obfuscated), and allows quick window/level adjustments for basic review before submission.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758" y="2364105"/>
            <a:ext cx="767834" cy="9597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62913" y="2364105"/>
            <a:ext cx="1506022" cy="188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Prediction Engine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6162913" y="2625447"/>
            <a:ext cx="1788914" cy="1239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Backend model processes the image to predict pneumonia presence. Returns: class label(s), softmax probability/confidence, and a saliency heatmap (Grad‑CAM style) to support explainability and clinical review.</a:t>
            </a:r>
            <a:endParaRPr lang="en-US" sz="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4487" y="4165759"/>
            <a:ext cx="767834" cy="95976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423642" y="4165759"/>
            <a:ext cx="1506022" cy="188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 Visualization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3423642" y="4427101"/>
            <a:ext cx="1788795" cy="1394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Results page combines the original X‑ray, heatmap overlay toggle, numeric confidence, and an interpretive summary (e.g., "Findings consistent with pneumonia — confidence 87%"). Includes exportable PDF report and structured JSON for EHR ingestion.</a:t>
            </a:r>
            <a:endParaRPr lang="en-US" sz="9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758" y="4165759"/>
            <a:ext cx="767834" cy="95976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62913" y="4165759"/>
            <a:ext cx="1705213" cy="188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API Integration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6162913" y="4427101"/>
            <a:ext cx="1788914" cy="1239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RESTful FastAPI endpoints handle uploads, trigger model inference, serve results, and manage audit logs. Token-based auth (JWT), role-based access, and event logging enable secure clinical workflows and traceability.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2564487" y="5903476"/>
            <a:ext cx="5387340" cy="46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Key nonfunctional priorities: clinical safety (audit trail, data anonymization), latency under acceptable clinical thresholds (target inference &lt; 5s for optimized model), and robust error handling for corrupted or incomplete studies.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8253293" y="2354937"/>
            <a:ext cx="240970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Modular Architecture</a:t>
            </a:r>
            <a:endParaRPr lang="en-US" sz="1850" dirty="0"/>
          </a:p>
        </p:txBody>
      </p:sp>
      <p:sp>
        <p:nvSpPr>
          <p:cNvPr id="17" name="Shape 11"/>
          <p:cNvSpPr/>
          <p:nvPr/>
        </p:nvSpPr>
        <p:spPr>
          <a:xfrm>
            <a:off x="8253293" y="2738437"/>
            <a:ext cx="3820120" cy="687467"/>
          </a:xfrm>
          <a:prstGeom prst="roundRect">
            <a:avLst>
              <a:gd name="adj" fmla="val 10641"/>
            </a:avLst>
          </a:prstGeom>
          <a:solidFill>
            <a:srgbClr val="FFFFFF"/>
          </a:solidFill>
          <a:ln w="15240">
            <a:solidFill>
              <a:srgbClr val="FF7047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8238053" y="2738437"/>
            <a:ext cx="60960" cy="687467"/>
          </a:xfrm>
          <a:prstGeom prst="roundRect">
            <a:avLst>
              <a:gd name="adj" fmla="val 177890"/>
            </a:avLst>
          </a:prstGeom>
          <a:solidFill>
            <a:srgbClr val="FF7047"/>
          </a:solidFill>
          <a:ln/>
        </p:spPr>
      </p:sp>
      <p:sp>
        <p:nvSpPr>
          <p:cNvPr id="19" name="Text 13"/>
          <p:cNvSpPr/>
          <p:nvPr/>
        </p:nvSpPr>
        <p:spPr>
          <a:xfrm>
            <a:off x="8434626" y="2874050"/>
            <a:ext cx="1506022" cy="188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8434626" y="3135392"/>
            <a:ext cx="3503176" cy="154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Angular web application for upload, preview, and results review.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8253293" y="3499009"/>
            <a:ext cx="3820120" cy="842367"/>
          </a:xfrm>
          <a:prstGeom prst="roundRect">
            <a:avLst>
              <a:gd name="adj" fmla="val 8684"/>
            </a:avLst>
          </a:prstGeom>
          <a:solidFill>
            <a:srgbClr val="FFFFFF"/>
          </a:solidFill>
          <a:ln w="15240">
            <a:solidFill>
              <a:srgbClr val="FF7047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8238053" y="3499009"/>
            <a:ext cx="60960" cy="842367"/>
          </a:xfrm>
          <a:prstGeom prst="roundRect">
            <a:avLst>
              <a:gd name="adj" fmla="val 177890"/>
            </a:avLst>
          </a:prstGeom>
          <a:solidFill>
            <a:srgbClr val="FF7047"/>
          </a:solidFill>
          <a:ln/>
        </p:spPr>
      </p:sp>
      <p:sp>
        <p:nvSpPr>
          <p:cNvPr id="23" name="Text 17"/>
          <p:cNvSpPr/>
          <p:nvPr/>
        </p:nvSpPr>
        <p:spPr>
          <a:xfrm>
            <a:off x="8434626" y="3634621"/>
            <a:ext cx="1506022" cy="188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8434626" y="3895963"/>
            <a:ext cx="3503176" cy="30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Python / FastAPI service for authentication, orchestration, and audit logging.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8253293" y="4414480"/>
            <a:ext cx="3820120" cy="842367"/>
          </a:xfrm>
          <a:prstGeom prst="roundRect">
            <a:avLst>
              <a:gd name="adj" fmla="val 8684"/>
            </a:avLst>
          </a:prstGeom>
          <a:solidFill>
            <a:srgbClr val="FFFFFF"/>
          </a:solidFill>
          <a:ln w="15240">
            <a:solidFill>
              <a:srgbClr val="FF7047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238053" y="4414480"/>
            <a:ext cx="60960" cy="842367"/>
          </a:xfrm>
          <a:prstGeom prst="roundRect">
            <a:avLst>
              <a:gd name="adj" fmla="val 177890"/>
            </a:avLst>
          </a:prstGeom>
          <a:solidFill>
            <a:srgbClr val="FF7047"/>
          </a:solidFill>
          <a:ln/>
        </p:spPr>
      </p:sp>
      <p:sp>
        <p:nvSpPr>
          <p:cNvPr id="27" name="Text 21"/>
          <p:cNvSpPr/>
          <p:nvPr/>
        </p:nvSpPr>
        <p:spPr>
          <a:xfrm>
            <a:off x="8434626" y="4550093"/>
            <a:ext cx="1506022" cy="188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Model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8434626" y="4811435"/>
            <a:ext cx="3503176" cy="309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Inference service that returns prediction, confidence, and heatmap explainability.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8253293" y="5339120"/>
            <a:ext cx="3820120" cy="46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system flow moves from clinician upload in the frontend to FastAPI processing and ML inference, then returns structured results back to the UI for review and export.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86383"/>
            <a:ext cx="694586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Summary, Next Steps &amp; Team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702475"/>
            <a:ext cx="4865132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Deliverable &amp; Success Factors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2272903"/>
            <a:ext cx="6279356" cy="1339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MVP: Full system from X-ray upload to AI inference and results visualization.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Critical Success Factors: Clinical safety, robust model performance, and user trust in results.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564874" y="170247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Steps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564874" y="2272903"/>
            <a:ext cx="6279356" cy="1022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Action: Approve controlled pilot, kickoff the week of next Monday.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Dependencies: Secure pilot approval, allocate necessary compute resources, and schedule clinical reviewer time.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3979545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Contributions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793790" y="4773335"/>
            <a:ext cx="13042821" cy="2869763"/>
          </a:xfrm>
          <a:prstGeom prst="roundRect">
            <a:avLst>
              <a:gd name="adj" fmla="val 622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1410" y="4780955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99887" y="4907637"/>
            <a:ext cx="402883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Team Member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433060" y="4907637"/>
            <a:ext cx="819757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Key Contributions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01410" y="5351859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99887" y="5478542"/>
            <a:ext cx="402883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Ahmed Gamal Abdelfattah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433060" y="5478542"/>
            <a:ext cx="819757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Backend API Development, Frontend Implementation, UI Design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01410" y="5922764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99887" y="6049447"/>
            <a:ext cx="402883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Habiba Ayman Amin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5433060" y="6049447"/>
            <a:ext cx="819757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Model Development, Training Pipeline Optimization, Data Preprocessing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01410" y="6493669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99887" y="6620351"/>
            <a:ext cx="402883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Momen Elsayed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433060" y="6620351"/>
            <a:ext cx="819757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Model Development, Training Pipeline Optimization, Data Preprocessing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801410" y="7064573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99887" y="7191256"/>
            <a:ext cx="402883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Sara Mostafa Ali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5433060" y="7191256"/>
            <a:ext cx="819757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Backend API Development, Frontend Implementation, UI Design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2026-04-06T22:14:16Z</dcterms:created>
  <dcterms:modified xsi:type="dcterms:W3CDTF">2026-04-06T22:14:16Z</dcterms:modified>
</cp:coreProperties>
</file>